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81c431ec6e47e9" /><Relationship Type="http://schemas.openxmlformats.org/officeDocument/2006/relationships/extended-properties" Target="/docProps/app.xml" Id="R8235616c68e0402f" /><Relationship Type="http://schemas.openxmlformats.org/officeDocument/2006/relationships/officeDocument" Target="/ppt/presentation.xml" Id="R594e449cb3eb41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db90c7bb3401d"/>
  </p:sldMasterIdLst>
  <p:notesMasterIdLst>
    <p:notesMasterId xmlns:r="http://schemas.openxmlformats.org/officeDocument/2006/relationships" r:id="R3f124369236b4a63"/>
  </p:notesMasterIdLst>
  <p:sldIdLst>
    <p:sldId xmlns:r="http://schemas.openxmlformats.org/officeDocument/2006/relationships" id="256" r:id="Rb469cb6321e54283"/>
    <p:sldId xmlns:r="http://schemas.openxmlformats.org/officeDocument/2006/relationships" id="257" r:id="Rfe91234514e6467a"/>
    <p:sldId xmlns:r="http://schemas.openxmlformats.org/officeDocument/2006/relationships" id="258" r:id="R850a8b5792574cc5"/>
    <p:sldId xmlns:r="http://schemas.openxmlformats.org/officeDocument/2006/relationships" id="259" r:id="Rd9c903baabe74675"/>
    <p:sldId xmlns:r="http://schemas.openxmlformats.org/officeDocument/2006/relationships" id="260" r:id="R4f614086871e4e85"/>
    <p:sldId xmlns:r="http://schemas.openxmlformats.org/officeDocument/2006/relationships" id="261" r:id="R0aa3d7365ec2432a"/>
    <p:sldId xmlns:r="http://schemas.openxmlformats.org/officeDocument/2006/relationships" id="262" r:id="R72abe58ef32e41f0"/>
    <p:sldId xmlns:r="http://schemas.openxmlformats.org/officeDocument/2006/relationships" id="263" r:id="R5759f40c626f40f1"/>
    <p:sldId xmlns:r="http://schemas.openxmlformats.org/officeDocument/2006/relationships" id="264" r:id="R547a3d95a964419d"/>
    <p:sldId xmlns:r="http://schemas.openxmlformats.org/officeDocument/2006/relationships" id="265" r:id="R9f5ac7b0d92441c1"/>
    <p:sldId xmlns:r="http://schemas.openxmlformats.org/officeDocument/2006/relationships" id="266" r:id="R99bd154165204032"/>
    <p:sldId xmlns:r="http://schemas.openxmlformats.org/officeDocument/2006/relationships" id="267" r:id="Rd085b3ed8e9a420b"/>
    <p:sldId xmlns:r="http://schemas.openxmlformats.org/officeDocument/2006/relationships" id="268" r:id="R5b50dae3eac64ada"/>
    <p:sldId xmlns:r="http://schemas.openxmlformats.org/officeDocument/2006/relationships" id="269" r:id="Rb81b24bc37f0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c74933d1d440a1" /><Relationship Type="http://schemas.openxmlformats.org/officeDocument/2006/relationships/slideMaster" Target="/ppt/slideMasters/slideMaster1.xml" Id="Rcd2db90c7bb3401d" /><Relationship Type="http://schemas.openxmlformats.org/officeDocument/2006/relationships/notesMaster" Target="/ppt/notesMasters/notesMaster1.xml" Id="R3f124369236b4a63" /><Relationship Type="http://schemas.openxmlformats.org/officeDocument/2006/relationships/presProps" Target="/ppt/presProps.xml" Id="R02db253902c34530" /><Relationship Type="http://schemas.openxmlformats.org/officeDocument/2006/relationships/tableStyles" Target="/ppt/tableStyles.xml" Id="Ra198140fb5d74209" /><Relationship Type="http://schemas.openxmlformats.org/officeDocument/2006/relationships/slide" Target="/ppt/slides/slide1.xml" Id="Rb469cb6321e54283" /><Relationship Type="http://schemas.openxmlformats.org/officeDocument/2006/relationships/slide" Target="/ppt/slides/slide2.xml" Id="Rfe91234514e6467a" /><Relationship Type="http://schemas.openxmlformats.org/officeDocument/2006/relationships/slide" Target="/ppt/slides/slide3.xml" Id="R850a8b5792574cc5" /><Relationship Type="http://schemas.openxmlformats.org/officeDocument/2006/relationships/slide" Target="/ppt/slides/slide4.xml" Id="Rd9c903baabe74675" /><Relationship Type="http://schemas.openxmlformats.org/officeDocument/2006/relationships/slide" Target="/ppt/slides/slide5.xml" Id="R4f614086871e4e85" /><Relationship Type="http://schemas.openxmlformats.org/officeDocument/2006/relationships/slide" Target="/ppt/slides/slide6.xml" Id="R0aa3d7365ec2432a" /><Relationship Type="http://schemas.openxmlformats.org/officeDocument/2006/relationships/slide" Target="/ppt/slides/slide7.xml" Id="R72abe58ef32e41f0" /><Relationship Type="http://schemas.openxmlformats.org/officeDocument/2006/relationships/slide" Target="/ppt/slides/slide8.xml" Id="R5759f40c626f40f1" /><Relationship Type="http://schemas.openxmlformats.org/officeDocument/2006/relationships/slide" Target="/ppt/slides/slide9.xml" Id="R547a3d95a964419d" /><Relationship Type="http://schemas.openxmlformats.org/officeDocument/2006/relationships/slide" Target="/ppt/slides/slide10.xml" Id="R9f5ac7b0d92441c1" /><Relationship Type="http://schemas.openxmlformats.org/officeDocument/2006/relationships/slide" Target="/ppt/slides/slide11.xml" Id="R99bd154165204032" /><Relationship Type="http://schemas.openxmlformats.org/officeDocument/2006/relationships/slide" Target="/ppt/slides/slide12.xml" Id="Rd085b3ed8e9a420b" /><Relationship Type="http://schemas.openxmlformats.org/officeDocument/2006/relationships/slide" Target="/ppt/slides/slide13.xml" Id="R5b50dae3eac64ada" /><Relationship Type="http://schemas.openxmlformats.org/officeDocument/2006/relationships/slide" Target="/ppt/slides/slide14.xml" Id="Rb81b24bc37f0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d50d3fdb1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d7893b5a04e63" /><Relationship Type="http://schemas.openxmlformats.org/officeDocument/2006/relationships/notesMaster" Target="/ppt/notesMasters/notesMaster1.xml" Id="R8e1d0d3be304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ce5de937a04880" /><Relationship Type="http://schemas.openxmlformats.org/officeDocument/2006/relationships/notesMaster" Target="/ppt/notesMasters/notesMaster1.xml" Id="Rf9a2c58ccd94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56151809414013" /><Relationship Type="http://schemas.openxmlformats.org/officeDocument/2006/relationships/notesMaster" Target="/ppt/notesMasters/notesMaster1.xml" Id="R42d2435d197f4e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6968d7279f473a" /><Relationship Type="http://schemas.openxmlformats.org/officeDocument/2006/relationships/notesMaster" Target="/ppt/notesMasters/notesMaster1.xml" Id="R4359621c0cc8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e3a62760f4ab3" /><Relationship Type="http://schemas.openxmlformats.org/officeDocument/2006/relationships/notesMaster" Target="/ppt/notesMasters/notesMaster1.xml" Id="R489edb0f92c142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1c62968974a71" /><Relationship Type="http://schemas.openxmlformats.org/officeDocument/2006/relationships/notesMaster" Target="/ppt/notesMasters/notesMaster1.xml" Id="Re5954769b08d47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69e54a7dd54ef9" /><Relationship Type="http://schemas.openxmlformats.org/officeDocument/2006/relationships/notesMaster" Target="/ppt/notesMasters/notesMaster1.xml" Id="R49677240d09a49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b5118edb284bba" /><Relationship Type="http://schemas.openxmlformats.org/officeDocument/2006/relationships/notesMaster" Target="/ppt/notesMasters/notesMaster1.xml" Id="Rca6108c900a346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7ee47083cb455f" /><Relationship Type="http://schemas.openxmlformats.org/officeDocument/2006/relationships/notesMaster" Target="/ppt/notesMasters/notesMaster1.xml" Id="R313caeb618c24d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de03d26bf544d2" /><Relationship Type="http://schemas.openxmlformats.org/officeDocument/2006/relationships/notesMaster" Target="/ppt/notesMasters/notesMaster1.xml" Id="R511aed6c716e49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16890acf5b4412" /><Relationship Type="http://schemas.openxmlformats.org/officeDocument/2006/relationships/notesMaster" Target="/ppt/notesMasters/notesMaster1.xml" Id="R7e3db6fa516445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33a1c5b2d4dc8" /><Relationship Type="http://schemas.openxmlformats.org/officeDocument/2006/relationships/notesMaster" Target="/ppt/notesMasters/notesMaster1.xml" Id="R919b1828aad242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2ed5c5dd8d446e" /><Relationship Type="http://schemas.openxmlformats.org/officeDocument/2006/relationships/notesMaster" Target="/ppt/notesMasters/notesMaster1.xml" Id="R134b5972c79245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8c91d16bf64128" /><Relationship Type="http://schemas.openxmlformats.org/officeDocument/2006/relationships/notesMaster" Target="/ppt/notesMasters/notesMaster1.xml" Id="R9ae753ceebb94c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图片：本地素材“千里江山图_局部_04.jpg”；来源说明见素材文件夹/来源说明.txt。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生成导入人物插图；不代表真实人物或地点。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版式参考：用户提供的参考 PPTX 第 3 页；文字依据本课教学内容。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图片：本地素材“千里江山图_局部_12.jpg”；来源说明见素材文件夹/来源说明.txt。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背景图片：本地素材“千里江山图_局部_04.jpg”。</a:t>
            </a:r>
          </a:p>
          <a:p xmlns:a="http://schemas.openxmlformats.org/drawingml/2006/main">
            <a:r>
              <a:t>矿物图片：Wikimedia Commons 蓝铜矿、孔雀石，CC0 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矿物图片：Wikimedia Commons “Azurite (GeoDIL number - 762).jpg”，CC0 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矿物图片：Wikimedia Commons “Malachite (GeoDIL number - 2379).jpg”，CC0 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图片：本地素材“千里江山图_局部_15.jpg”；来源说明见素材文件夹/来源说明.txt。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视频候选：央视《古中国的颜色·青》。播放链接：https://tv.cctv.com/2026/01/30/VIDElnEteWGOHrUcrqY0JMXE260130.shtml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“Sanqing Mountain1.jpg”，作者 Huangdan2060，CC0 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图片：Wikimedia Commons “Mount Sanqing.JPG”，作者 Zhangzhugang，CC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生成制作过程示意图。</a:t>
            </a:r>
          </a:p>
          <a:p xmlns:a="http://schemas.openxmlformats.org/drawingml/2006/main">
            <a:r>
              <a:t>制作要求：依据用户提供的教师示范流程及参考 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生成课堂材料静物图。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图片：本课专用 AI 生成光影作品示意图，仅用于课堂制作过程参考。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c8aee4670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c6e610a7de42ad" /><Relationship Type="http://schemas.openxmlformats.org/officeDocument/2006/relationships/slideLayout" Target="/ppt/slideLayouts/slideLayout1.xml" Id="R1ca00c6cd3af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00c6cd3af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56a5640a74797" /><Relationship Type="http://schemas.openxmlformats.org/officeDocument/2006/relationships/image" Target="/ppt/media/image.jpeg" Id="Re46b97d9ccaf4526" /><Relationship Type="http://schemas.openxmlformats.org/officeDocument/2006/relationships/image" Target="/ppt/media/image2.jpeg" Id="R2588fec5bfc64d81" /><Relationship Type="http://schemas.openxmlformats.org/officeDocument/2006/relationships/notesSlide" Target="/ppt/notesSlides/notesSlide1.xml" Id="R910880bdd13a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a203f1184b11" /><Relationship Type="http://schemas.openxmlformats.org/officeDocument/2006/relationships/image" Target="/ppt/media/image.png" Id="R164ad479af5f441f" /><Relationship Type="http://schemas.openxmlformats.org/officeDocument/2006/relationships/notesSlide" Target="/ppt/notesSlides/notesSlide2.xml" Id="R6f3eb7aa8270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bd537b04249cf" /><Relationship Type="http://schemas.openxmlformats.org/officeDocument/2006/relationships/notesSlide" Target="/ppt/notesSlides/notesSlide3.xml" Id="R0888d1a5e5274d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d174628bd4a3b" /><Relationship Type="http://schemas.openxmlformats.org/officeDocument/2006/relationships/image" Target="/ppt/media/image3.jpeg" Id="R15cefa1cf1de4f3b" /><Relationship Type="http://schemas.openxmlformats.org/officeDocument/2006/relationships/notesSlide" Target="/ppt/notesSlides/notesSlide4.xml" Id="R7b7765e4fd1941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b4cd017b440e8" /><Relationship Type="http://schemas.openxmlformats.org/officeDocument/2006/relationships/image" Target="/ppt/media/image4.jpeg" Id="R6ac8ba54f0b04dc6" /><Relationship Type="http://schemas.openxmlformats.org/officeDocument/2006/relationships/image" Target="/ppt/media/image5.jpeg" Id="Rd429084c173245d7" /><Relationship Type="http://schemas.openxmlformats.org/officeDocument/2006/relationships/image" Target="/ppt/media/image6.jpeg" Id="R37b123db5f964e40" /><Relationship Type="http://schemas.openxmlformats.org/officeDocument/2006/relationships/notesSlide" Target="/ppt/notesSlides/notesSlide5.xml" Id="R4d803f412388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46d062b73402f" /><Relationship Type="http://schemas.openxmlformats.org/officeDocument/2006/relationships/image" Target="/ppt/media/image7.jpeg" Id="Rdd59f886c3124932" /><Relationship Type="http://schemas.openxmlformats.org/officeDocument/2006/relationships/notesSlide" Target="/ppt/notesSlides/notesSlide6.xml" Id="R9a1ddb4fa336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a4105c584f5c" /><Relationship Type="http://schemas.openxmlformats.org/officeDocument/2006/relationships/image" Target="/ppt/media/image8.jpeg" Id="Rdf112bd1def34cb8" /><Relationship Type="http://schemas.openxmlformats.org/officeDocument/2006/relationships/notesSlide" Target="/ppt/notesSlides/notesSlide7.xml" Id="R309c7c1aca58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dc7305e6e4098" /><Relationship Type="http://schemas.openxmlformats.org/officeDocument/2006/relationships/image" Target="/ppt/media/image9.jpeg" Id="R00782b19d33c424b" /><Relationship Type="http://schemas.openxmlformats.org/officeDocument/2006/relationships/notesSlide" Target="/ppt/notesSlides/notesSlide8.xml" Id="R3d2392a4cfd3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c3ae3dcc4e0b" /><Relationship Type="http://schemas.openxmlformats.org/officeDocument/2006/relationships/image" Target="/ppt/media/image10.jpeg" Id="R26afb15dd0204d82" /><Relationship Type="http://schemas.openxmlformats.org/officeDocument/2006/relationships/notesSlide" Target="/ppt/notesSlides/notesSlide9.xml" Id="Rd5067cff74da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e4f1a3ce84c99" /><Relationship Type="http://schemas.openxmlformats.org/officeDocument/2006/relationships/image" Target="/ppt/media/image11.jpeg" Id="R91cd1578441244b3" /><Relationship Type="http://schemas.openxmlformats.org/officeDocument/2006/relationships/notesSlide" Target="/ppt/notesSlides/notesSlide10.xml" Id="R4f743c9c11f947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9f3676e834e91" /><Relationship Type="http://schemas.openxmlformats.org/officeDocument/2006/relationships/image" Target="/ppt/media/image12.jpeg" Id="R7192c67ccf344eac" /><Relationship Type="http://schemas.openxmlformats.org/officeDocument/2006/relationships/notesSlide" Target="/ppt/notesSlides/notesSlide11.xml" Id="Rdcc78ba1385a4c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9098ff664294" /><Relationship Type="http://schemas.openxmlformats.org/officeDocument/2006/relationships/image" Target="/ppt/media/image2.png" Id="Rbbec959caee6421e" /><Relationship Type="http://schemas.openxmlformats.org/officeDocument/2006/relationships/notesSlide" Target="/ppt/notesSlides/notesSlide12.xml" Id="R0b23c5a2e7ef4a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cde1f8ec54609" /><Relationship Type="http://schemas.openxmlformats.org/officeDocument/2006/relationships/image" Target="/ppt/media/image3.png" Id="R20e758bb601b44fc" /><Relationship Type="http://schemas.openxmlformats.org/officeDocument/2006/relationships/notesSlide" Target="/ppt/notesSlides/notesSlide13.xml" Id="R9d0413a9fccb41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24b43cfed491a" /><Relationship Type="http://schemas.openxmlformats.org/officeDocument/2006/relationships/image" Target="/ppt/media/image4.png" Id="Ree84e2b72b0b4f6d" /><Relationship Type="http://schemas.openxmlformats.org/officeDocument/2006/relationships/notesSlide" Target="/ppt/notesSlides/notesSlide14.xml" Id="R9d2992e2df2f4d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b97d9ccaf4526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7CE6D-A457-4A07-B852-D08DDCD9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8fec5bfc64d81"/>
          <a:srcRect xmlns:a="http://schemas.openxmlformats.org/drawingml/2006/main" l="0" t="30706" r="0" b="30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666750"/>
            <a:ext cx="11811000" cy="5524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2D934-DA76-4F00-BA14-30D5EB3F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不一样的千里江山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A8E27-1972-432D-8978-E96B14F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B1B1B"/>
                </a:solidFill>
              </a:defRPr>
            </a:pPr>
            <a:r>
              <a:rPr sz="1725">
                <a:solidFill>
                  <a:srgbClr val="1B1B1B"/>
                </a:solidFill>
              </a:rPr>
              <a:t>——光影里的三清山</a:t>
            </a:r>
          </a:p>
        </p:txBody>
      </p:sp>
    </p:spTree>
    <p:extLst>
      <p:ext uri="{BB962C8B-B14F-4D97-AF65-F5344CB8AC3E}">
        <p14:creationId xmlns:p14="http://schemas.microsoft.com/office/powerpoint/2010/main" val="836729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ad479af5f44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46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70969-DCEB-4DFA-A7F0-0425F602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4BF05-B92E-4C3B-816C-596256F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F8A"/>
                </a:solidFill>
              </a:defRPr>
            </a:pPr>
            <a:r>
              <a:rPr sz="2100" b="1">
                <a:solidFill>
                  <a:srgbClr val="2F6F8A"/>
                </a:solidFill>
              </a:rPr>
              <a:t>《千里江山图》学习任务单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25C23-78BA-43E5-8834-837EFA3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528B-D194-4639-9E03-C8B0E536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66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这幅画的作者、创作朝代、创作时长？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06121-F53F-4EAD-8EC0-7C86E105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0CE39-647A-41B4-9880-8F30D2DA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71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B7A5B"/>
                </a:solidFill>
              </a:defRPr>
            </a:pPr>
            <a:r>
              <a:rPr sz="1500">
                <a:solidFill>
                  <a:srgbClr val="3B7A5B"/>
                </a:solidFill>
              </a:rPr>
              <a:t>你在画中看到最多的颜色是什么颜色？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E7A46-0C75-4D89-918A-F55BA75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481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D12F-BBF0-482B-A185-8A6DA971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767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这些颜色他们有什么秘密吗？</a:t>
            </a:r>
          </a:p>
        </p:txBody>
      </p:sp>
    </p:spTree>
    <p:extLst>
      <p:ext uri="{BB962C8B-B14F-4D97-AF65-F5344CB8AC3E}">
        <p14:creationId xmlns:p14="http://schemas.microsoft.com/office/powerpoint/2010/main" val="1082480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C334D-E8B3-46FC-BEBC-8E92625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B1B1B"/>
                </a:solidFill>
              </a:defRPr>
            </a:pPr>
            <a:r>
              <a:rPr sz="1950" b="1">
                <a:solidFill>
                  <a:srgbClr val="1B1B1B"/>
                </a:solidFill>
              </a:rPr>
              <a:t>我国十大传世之作之一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A654E-B079-4FAA-A011-79461BF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43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作者：王希孟    朝代：北宋    创作时长：半年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efa1cf1de4f3b"/>
          <a:stretch xmlns:a="http://schemas.openxmlformats.org/drawingml/2006/main"/>
        </p:blipFill>
        <p:spPr>
          <a:xfrm xmlns:a="http://schemas.openxmlformats.org/drawingml/2006/main">
            <a:off x="4681538" y="2000250"/>
            <a:ext cx="2828925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41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8ba54f0b04dc6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A4E09-688B-4C0A-9A17-39F7B8C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9084c173245d7"/>
          <a:stretch xmlns:a="http://schemas.openxmlformats.org/drawingml/2006/main"/>
        </p:blipFill>
        <p:spPr>
          <a:xfrm xmlns:a="http://schemas.openxmlformats.org/drawingml/2006/main">
            <a:off x="4238625" y="1307455"/>
            <a:ext cx="3714750" cy="338584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123db5f964e40"/>
          <a:stretch xmlns:a="http://schemas.openxmlformats.org/drawingml/2006/main"/>
        </p:blipFill>
        <p:spPr>
          <a:xfrm xmlns:a="http://schemas.openxmlformats.org/drawingml/2006/main">
            <a:off x="4693341" y="3952875"/>
            <a:ext cx="2805318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09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F13E-7B49-43D7-9ED2-4E1AC87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B1B1B"/>
                </a:solidFill>
              </a:defRPr>
            </a:pPr>
            <a:r>
              <a:rPr sz="1950" b="1">
                <a:solidFill>
                  <a:srgbClr val="1B1B1B"/>
                </a:solidFill>
              </a:rPr>
              <a:t>石青的秘密：最早来自古代矿物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149E2-5422-46E3-B9A8-24FE630A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B1B1B"/>
                </a:solidFill>
              </a:defRPr>
            </a:pPr>
            <a:r>
              <a:rPr sz="1650">
                <a:solidFill>
                  <a:srgbClr val="1B1B1B"/>
                </a:solidFill>
              </a:rPr>
              <a:t>最早来自古代矿物，研磨成细粉，</a:t>
            </a:r>
          </a:p>
          <a:p xmlns:a="http://schemas.openxmlformats.org/drawingml/2006/main">
            <a:pPr>
              <a:defRPr sz="1650">
                <a:solidFill>
                  <a:srgbClr val="1B1B1B"/>
                </a:solidFill>
              </a:defRPr>
            </a:pPr>
            <a:r>
              <a:rPr sz="1650">
                <a:solidFill>
                  <a:srgbClr val="1B1B1B"/>
                </a:solidFill>
              </a:rPr>
              <a:t>再调制成画面中的青色。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f886c3124932"/>
          <a:stretch xmlns:a="http://schemas.openxmlformats.org/drawingml/2006/main"/>
        </p:blipFill>
        <p:spPr>
          <a:xfrm xmlns:a="http://schemas.openxmlformats.org/drawingml/2006/main">
            <a:off x="7239000" y="1675805"/>
            <a:ext cx="3429000" cy="3125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6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59A6-D536-4DCD-BD22-A0E430C6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B1B1B"/>
                </a:solidFill>
              </a:defRPr>
            </a:pPr>
            <a:r>
              <a:rPr sz="1950" b="1">
                <a:solidFill>
                  <a:srgbClr val="1B1B1B"/>
                </a:solidFill>
              </a:rPr>
              <a:t>石绿的秘密：调温、调浓，层层设色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BC749-84AB-4E0C-BE7A-C1054D27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B1B1B"/>
                </a:solidFill>
              </a:defRPr>
            </a:pPr>
            <a:r>
              <a:rPr sz="1650">
                <a:solidFill>
                  <a:srgbClr val="1B1B1B"/>
                </a:solidFill>
              </a:rPr>
              <a:t>颜色越珍贵，制作越费时间。</a:t>
            </a:r>
          </a:p>
          <a:p xmlns:a="http://schemas.openxmlformats.org/drawingml/2006/main">
            <a:pPr>
              <a:defRPr sz="1650">
                <a:solidFill>
                  <a:srgbClr val="1B1B1B"/>
                </a:solidFill>
              </a:defRPr>
            </a:pPr>
            <a:r>
              <a:rPr sz="1650">
                <a:solidFill>
                  <a:srgbClr val="1B1B1B"/>
                </a:solidFill>
              </a:rPr>
              <a:t>一层一层，才有厚重而明亮的效果。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12bd1def34cb8"/>
          <a:stretch xmlns:a="http://schemas.openxmlformats.org/drawingml/2006/main"/>
        </p:blipFill>
        <p:spPr>
          <a:xfrm xmlns:a="http://schemas.openxmlformats.org/drawingml/2006/main">
            <a:off x="7239000" y="2016026"/>
            <a:ext cx="3429000" cy="24449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74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82b19d33c424b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15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86110-798F-4C1F-ACCE-8884B6FE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fb15dd0204d82"/>
          <a:stretch xmlns:a="http://schemas.openxmlformats.org/drawingml/2006/main"/>
        </p:blipFill>
        <p:spPr>
          <a:xfrm xmlns:a="http://schemas.openxmlformats.org/drawingml/2006/main">
            <a:off x="3699272" y="523875"/>
            <a:ext cx="4793456" cy="5810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40E7A-F88D-4F6A-ACE1-AAEC648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D6A7F-BCDC-41AF-B2F5-C8F0800E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19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2085606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d1578441244b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3D433-6881-4BCB-86C2-6A2F3012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/>
            </a:pPr>
            <a:r>
              <a:rPr sz="2400" b="1"/>
              <a:t>三清山</a:t>
            </a:r>
          </a:p>
          <a:p xmlns:a="http://schemas.openxmlformats.org/drawingml/2006/main">
            <a:pPr>
              <a:defRPr sz="2400" b="1"/>
            </a:pPr>
            <a:r>
              <a:rPr sz="2400" b="1"/>
              <a:t>——世界自然遗产</a:t>
            </a:r>
          </a:p>
        </p:txBody>
      </p:sp>
    </p:spTree>
    <p:extLst>
      <p:ext uri="{BB962C8B-B14F-4D97-AF65-F5344CB8AC3E}">
        <p14:creationId xmlns:p14="http://schemas.microsoft.com/office/powerpoint/2010/main" val="696598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2c67ccf344eac"/>
          <a:srcRect xmlns:a="http://schemas.openxmlformats.org/drawingml/2006/main" l="23444" t="0" r="23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83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c959caee6421e"/>
          <a:stretch xmlns:a="http://schemas.openxmlformats.org/drawingml/2006/main"/>
        </p:blipFill>
        <p:spPr>
          <a:xfrm xmlns:a="http://schemas.openxmlformats.org/drawingml/2006/main">
            <a:off x="523875" y="145153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033D6-EE36-48D5-B368-39CFE54D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904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F6F8A"/>
                </a:solidFill>
              </a:defRPr>
            </a:pPr>
            <a:r>
              <a:rPr sz="2250" b="1">
                <a:solidFill>
                  <a:srgbClr val="2F6F8A"/>
                </a:solidFill>
              </a:rPr>
              <a:t>制作要求：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62373-4CD9-4BE0-96A4-12AD017E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7A5B"/>
                </a:solidFill>
              </a:defRPr>
            </a:pPr>
            <a:r>
              <a:rPr sz="2100" b="1">
                <a:solidFill>
                  <a:srgbClr val="3B7A5B"/>
                </a:solidFill>
              </a:rPr>
              <a:t>选景</a:t>
            </a:r>
          </a:p>
          <a:p xmlns:a="http://schemas.openxmlformats.org/drawingml/2006/main">
            <a:pPr>
              <a:defRPr sz="2100" b="1">
                <a:solidFill>
                  <a:srgbClr val="3B7A5B"/>
                </a:solidFill>
              </a:defRPr>
            </a:pPr>
            <a:r>
              <a:rPr sz="2100" b="1">
                <a:solidFill>
                  <a:srgbClr val="3B7A5B"/>
                </a:solidFill>
              </a:rPr>
              <a:t>画轮廓</a:t>
            </a:r>
          </a:p>
          <a:p xmlns:a="http://schemas.openxmlformats.org/drawingml/2006/main">
            <a:pPr>
              <a:defRPr sz="2100" b="1">
                <a:solidFill>
                  <a:srgbClr val="3B7A5B"/>
                </a:solidFill>
              </a:defRPr>
            </a:pPr>
            <a:r>
              <a:rPr sz="2100" b="1">
                <a:solidFill>
                  <a:srgbClr val="3B7A5B"/>
                </a:solidFill>
              </a:rPr>
              <a:t>加装饰</a:t>
            </a:r>
          </a:p>
          <a:p xmlns:a="http://schemas.openxmlformats.org/drawingml/2006/main">
            <a:pPr>
              <a:defRPr sz="2100" b="1">
                <a:solidFill>
                  <a:srgbClr val="3B7A5B"/>
                </a:solidFill>
              </a:defRPr>
            </a:pPr>
            <a:r>
              <a:rPr sz="2100" b="1">
                <a:solidFill>
                  <a:srgbClr val="3B7A5B"/>
                </a:solidFill>
              </a:rPr>
              <a:t>剪下来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A974A-D21D-41A0-AFF1-63220714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主要山峰画大；山峰有高低、有远近；高大的山放后面，矮小的山放前面；底部保持平整。</a:t>
            </a:r>
          </a:p>
        </p:txBody>
      </p:sp>
    </p:spTree>
    <p:extLst>
      <p:ext uri="{BB962C8B-B14F-4D97-AF65-F5344CB8AC3E}">
        <p14:creationId xmlns:p14="http://schemas.microsoft.com/office/powerpoint/2010/main" val="660688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58bb601b44fc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1A998-1F70-42B2-9A8F-47E322C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3B7A5B"/>
                </a:solidFill>
              </a:defRPr>
            </a:pPr>
            <a:r>
              <a:rPr sz="1575">
                <a:solidFill>
                  <a:srgbClr val="3B7A5B"/>
                </a:solidFill>
              </a:rPr>
              <a:t>玻璃纸    马克笔    剪刀    KT板    灯    白布</a:t>
            </a:r>
          </a:p>
        </p:txBody>
      </p:sp>
    </p:spTree>
    <p:extLst>
      <p:ext uri="{BB962C8B-B14F-4D97-AF65-F5344CB8AC3E}">
        <p14:creationId xmlns:p14="http://schemas.microsoft.com/office/powerpoint/2010/main" val="346171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4e2b72b0b4f6d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8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2026-08-31T02:19:41.9910000Z</dcterms:created>
  <dcterms:modified xsi:type="dcterms:W3CDTF">2026-08-31T02:19:41.9910000Z</dcterms:modified>
</coreProperties>
</file>