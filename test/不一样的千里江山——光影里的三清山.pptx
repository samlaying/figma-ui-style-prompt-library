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451b8f62544fef" /><Relationship Type="http://schemas.openxmlformats.org/officeDocument/2006/relationships/extended-properties" Target="/docProps/app.xml" Id="Re9c6d48f81914739" /><Relationship Type="http://schemas.openxmlformats.org/officeDocument/2006/relationships/officeDocument" Target="/ppt/presentation.xml" Id="Rb13ed27de1a54b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54ef29beff4e98"/>
  </p:sldMasterIdLst>
  <p:notesMasterIdLst>
    <p:notesMasterId xmlns:r="http://schemas.openxmlformats.org/officeDocument/2006/relationships" r:id="R8995a3d463784dae"/>
  </p:notesMasterIdLst>
  <p:sldIdLst>
    <p:sldId xmlns:r="http://schemas.openxmlformats.org/officeDocument/2006/relationships" id="256" r:id="R0ff51b69b1cd4469"/>
    <p:sldId xmlns:r="http://schemas.openxmlformats.org/officeDocument/2006/relationships" id="257" r:id="Ra34ce51e272c4811"/>
    <p:sldId xmlns:r="http://schemas.openxmlformats.org/officeDocument/2006/relationships" id="258" r:id="Rb29acee0562c4292"/>
    <p:sldId xmlns:r="http://schemas.openxmlformats.org/officeDocument/2006/relationships" id="259" r:id="R845a6f20b7864e7f"/>
    <p:sldId xmlns:r="http://schemas.openxmlformats.org/officeDocument/2006/relationships" id="260" r:id="R26023e9f57dd4ebf"/>
    <p:sldId xmlns:r="http://schemas.openxmlformats.org/officeDocument/2006/relationships" id="261" r:id="R035f6f07d616417e"/>
    <p:sldId xmlns:r="http://schemas.openxmlformats.org/officeDocument/2006/relationships" id="262" r:id="Rf18f268646eb45f7"/>
    <p:sldId xmlns:r="http://schemas.openxmlformats.org/officeDocument/2006/relationships" id="263" r:id="R1504ee10c025434a"/>
    <p:sldId xmlns:r="http://schemas.openxmlformats.org/officeDocument/2006/relationships" id="264" r:id="R7da3c77153a2470f"/>
    <p:sldId xmlns:r="http://schemas.openxmlformats.org/officeDocument/2006/relationships" id="265" r:id="R1029ccfb297349a0"/>
    <p:sldId xmlns:r="http://schemas.openxmlformats.org/officeDocument/2006/relationships" id="266" r:id="R0a421e0d365844b4"/>
    <p:sldId xmlns:r="http://schemas.openxmlformats.org/officeDocument/2006/relationships" id="267" r:id="R5f8bdd4638c94d2e"/>
    <p:sldId xmlns:r="http://schemas.openxmlformats.org/officeDocument/2006/relationships" id="268" r:id="Rfacc212c0fb949a1"/>
    <p:sldId xmlns:r="http://schemas.openxmlformats.org/officeDocument/2006/relationships" id="269" r:id="R0eb2bfd35826446b"/>
    <p:sldId xmlns:r="http://schemas.openxmlformats.org/officeDocument/2006/relationships" id="270" r:id="R16a74214e1e24753"/>
    <p:sldId xmlns:r="http://schemas.openxmlformats.org/officeDocument/2006/relationships" id="271" r:id="R1304ed6ede434855"/>
    <p:sldId xmlns:r="http://schemas.openxmlformats.org/officeDocument/2006/relationships" id="272" r:id="R49280dc970c144f0"/>
    <p:sldId xmlns:r="http://schemas.openxmlformats.org/officeDocument/2006/relationships" id="273" r:id="R8e7011d6091c438c"/>
    <p:sldId xmlns:r="http://schemas.openxmlformats.org/officeDocument/2006/relationships" id="274" r:id="R7db52330074942c8"/>
    <p:sldId xmlns:r="http://schemas.openxmlformats.org/officeDocument/2006/relationships" id="275" r:id="R963b51ae71e54010"/>
    <p:sldId xmlns:r="http://schemas.openxmlformats.org/officeDocument/2006/relationships" id="276" r:id="R62f636fc1c44451f"/>
    <p:sldId xmlns:r="http://schemas.openxmlformats.org/officeDocument/2006/relationships" id="277" r:id="R8e084c1a39b24356"/>
    <p:sldId xmlns:r="http://schemas.openxmlformats.org/officeDocument/2006/relationships" id="278" r:id="R18cb9a69d2d641dd"/>
    <p:sldId xmlns:r="http://schemas.openxmlformats.org/officeDocument/2006/relationships" id="279" r:id="R68da8c3c78744149"/>
    <p:sldId xmlns:r="http://schemas.openxmlformats.org/officeDocument/2006/relationships" id="280" r:id="Raee8cd2acc214c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b783e32b524e18" /><Relationship Type="http://schemas.openxmlformats.org/officeDocument/2006/relationships/slideMaster" Target="/ppt/slideMasters/slideMaster1.xml" Id="R1554ef29beff4e98" /><Relationship Type="http://schemas.openxmlformats.org/officeDocument/2006/relationships/notesMaster" Target="/ppt/notesMasters/notesMaster1.xml" Id="R8995a3d463784dae" /><Relationship Type="http://schemas.openxmlformats.org/officeDocument/2006/relationships/presProps" Target="/ppt/presProps.xml" Id="R315fb0e9805846e2" /><Relationship Type="http://schemas.openxmlformats.org/officeDocument/2006/relationships/tableStyles" Target="/ppt/tableStyles.xml" Id="R8aa60af2506f41b9" /><Relationship Type="http://schemas.openxmlformats.org/officeDocument/2006/relationships/slide" Target="/ppt/slides/slide1.xml" Id="R0ff51b69b1cd4469" /><Relationship Type="http://schemas.openxmlformats.org/officeDocument/2006/relationships/slide" Target="/ppt/slides/slide2.xml" Id="Ra34ce51e272c4811" /><Relationship Type="http://schemas.openxmlformats.org/officeDocument/2006/relationships/slide" Target="/ppt/slides/slide3.xml" Id="Rb29acee0562c4292" /><Relationship Type="http://schemas.openxmlformats.org/officeDocument/2006/relationships/slide" Target="/ppt/slides/slide4.xml" Id="R845a6f20b7864e7f" /><Relationship Type="http://schemas.openxmlformats.org/officeDocument/2006/relationships/slide" Target="/ppt/slides/slide5.xml" Id="R26023e9f57dd4ebf" /><Relationship Type="http://schemas.openxmlformats.org/officeDocument/2006/relationships/slide" Target="/ppt/slides/slide6.xml" Id="R035f6f07d616417e" /><Relationship Type="http://schemas.openxmlformats.org/officeDocument/2006/relationships/slide" Target="/ppt/slides/slide7.xml" Id="Rf18f268646eb45f7" /><Relationship Type="http://schemas.openxmlformats.org/officeDocument/2006/relationships/slide" Target="/ppt/slides/slide8.xml" Id="R1504ee10c025434a" /><Relationship Type="http://schemas.openxmlformats.org/officeDocument/2006/relationships/slide" Target="/ppt/slides/slide9.xml" Id="R7da3c77153a2470f" /><Relationship Type="http://schemas.openxmlformats.org/officeDocument/2006/relationships/slide" Target="/ppt/slides/slide10.xml" Id="R1029ccfb297349a0" /><Relationship Type="http://schemas.openxmlformats.org/officeDocument/2006/relationships/slide" Target="/ppt/slides/slide11.xml" Id="R0a421e0d365844b4" /><Relationship Type="http://schemas.openxmlformats.org/officeDocument/2006/relationships/slide" Target="/ppt/slides/slide12.xml" Id="R5f8bdd4638c94d2e" /><Relationship Type="http://schemas.openxmlformats.org/officeDocument/2006/relationships/slide" Target="/ppt/slides/slide13.xml" Id="Rfacc212c0fb949a1" /><Relationship Type="http://schemas.openxmlformats.org/officeDocument/2006/relationships/slide" Target="/ppt/slides/slide14.xml" Id="R0eb2bfd35826446b" /><Relationship Type="http://schemas.openxmlformats.org/officeDocument/2006/relationships/slide" Target="/ppt/slides/slide15.xml" Id="R16a74214e1e24753" /><Relationship Type="http://schemas.openxmlformats.org/officeDocument/2006/relationships/slide" Target="/ppt/slides/slide16.xml" Id="R1304ed6ede434855" /><Relationship Type="http://schemas.openxmlformats.org/officeDocument/2006/relationships/slide" Target="/ppt/slides/slide17.xml" Id="R49280dc970c144f0" /><Relationship Type="http://schemas.openxmlformats.org/officeDocument/2006/relationships/slide" Target="/ppt/slides/slide18.xml" Id="R8e7011d6091c438c" /><Relationship Type="http://schemas.openxmlformats.org/officeDocument/2006/relationships/slide" Target="/ppt/slides/slide19.xml" Id="R7db52330074942c8" /><Relationship Type="http://schemas.openxmlformats.org/officeDocument/2006/relationships/slide" Target="/ppt/slides/slide20.xml" Id="R963b51ae71e54010" /><Relationship Type="http://schemas.openxmlformats.org/officeDocument/2006/relationships/slide" Target="/ppt/slides/slide21.xml" Id="R62f636fc1c44451f" /><Relationship Type="http://schemas.openxmlformats.org/officeDocument/2006/relationships/slide" Target="/ppt/slides/slide22.xml" Id="R8e084c1a39b24356" /><Relationship Type="http://schemas.openxmlformats.org/officeDocument/2006/relationships/slide" Target="/ppt/slides/slide23.xml" Id="R18cb9a69d2d641dd" /><Relationship Type="http://schemas.openxmlformats.org/officeDocument/2006/relationships/slide" Target="/ppt/slides/slide24.xml" Id="R68da8c3c78744149" /><Relationship Type="http://schemas.openxmlformats.org/officeDocument/2006/relationships/slide" Target="/ppt/slides/slide25.xml" Id="Raee8cd2acc214c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e40059b49a4f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b5960e7e9e40f9" /><Relationship Type="http://schemas.openxmlformats.org/officeDocument/2006/relationships/notesMaster" Target="/ppt/notesMasters/notesMaster1.xml" Id="Re5497d4b85df4d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ef1259ead048b2" /><Relationship Type="http://schemas.openxmlformats.org/officeDocument/2006/relationships/notesMaster" Target="/ppt/notesMasters/notesMaster1.xml" Id="R6e46ad1426054c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3e93bdf1ca45a4" /><Relationship Type="http://schemas.openxmlformats.org/officeDocument/2006/relationships/notesMaster" Target="/ppt/notesMasters/notesMaster1.xml" Id="Rff8d57f064954b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c75f49c5e4c60" /><Relationship Type="http://schemas.openxmlformats.org/officeDocument/2006/relationships/notesMaster" Target="/ppt/notesMasters/notesMaster1.xml" Id="R063a25e20bf043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bdda699fab4001" /><Relationship Type="http://schemas.openxmlformats.org/officeDocument/2006/relationships/notesMaster" Target="/ppt/notesMasters/notesMaster1.xml" Id="R75817f4d2cca4a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e69effc6f440ec" /><Relationship Type="http://schemas.openxmlformats.org/officeDocument/2006/relationships/notesMaster" Target="/ppt/notesMasters/notesMaster1.xml" Id="R3c4f5de7842c43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40658627264992" /><Relationship Type="http://schemas.openxmlformats.org/officeDocument/2006/relationships/notesMaster" Target="/ppt/notesMasters/notesMaster1.xml" Id="R9095b0e6119444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d22538e877470c" /><Relationship Type="http://schemas.openxmlformats.org/officeDocument/2006/relationships/notesMaster" Target="/ppt/notesMasters/notesMaster1.xml" Id="Re92d9a3b492942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8e750016e64ba9" /><Relationship Type="http://schemas.openxmlformats.org/officeDocument/2006/relationships/notesMaster" Target="/ppt/notesMasters/notesMaster1.xml" Id="R2ca34ec8023e43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243f61d49e4a7c" /><Relationship Type="http://schemas.openxmlformats.org/officeDocument/2006/relationships/notesMaster" Target="/ppt/notesMasters/notesMaster1.xml" Id="R72e31ca95b6746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356fab3b724dbe" /><Relationship Type="http://schemas.openxmlformats.org/officeDocument/2006/relationships/notesMaster" Target="/ppt/notesMasters/notesMaster1.xml" Id="R740cbdfebc2f48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687a2419214790" /><Relationship Type="http://schemas.openxmlformats.org/officeDocument/2006/relationships/notesMaster" Target="/ppt/notesMasters/notesMaster1.xml" Id="R4e8d7a55f8764f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6e78db8bf14fd9" /><Relationship Type="http://schemas.openxmlformats.org/officeDocument/2006/relationships/notesMaster" Target="/ppt/notesMasters/notesMaster1.xml" Id="Rea37bde6355e4b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ca9a0991cf4d68" /><Relationship Type="http://schemas.openxmlformats.org/officeDocument/2006/relationships/notesMaster" Target="/ppt/notesMasters/notesMaster1.xml" Id="Re6874521261240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22124f715d46d7" /><Relationship Type="http://schemas.openxmlformats.org/officeDocument/2006/relationships/notesMaster" Target="/ppt/notesMasters/notesMaster1.xml" Id="Rae6f733dceb145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42fa56f2274999" /><Relationship Type="http://schemas.openxmlformats.org/officeDocument/2006/relationships/notesMaster" Target="/ppt/notesMasters/notesMaster1.xml" Id="Rc5ee748430114a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3915f864254718" /><Relationship Type="http://schemas.openxmlformats.org/officeDocument/2006/relationships/notesMaster" Target="/ppt/notesMasters/notesMaster1.xml" Id="R28f3a1ec20254a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c64ed3fb394ab6" /><Relationship Type="http://schemas.openxmlformats.org/officeDocument/2006/relationships/notesMaster" Target="/ppt/notesMasters/notesMaster1.xml" Id="R5479a170051c4b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8a35cefc1c40e3" /><Relationship Type="http://schemas.openxmlformats.org/officeDocument/2006/relationships/notesMaster" Target="/ppt/notesMasters/notesMaster1.xml" Id="R5bd9c293745c4c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1756c91ba14a22" /><Relationship Type="http://schemas.openxmlformats.org/officeDocument/2006/relationships/notesMaster" Target="/ppt/notesMasters/notesMaster1.xml" Id="Rc404090ea22849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a0bd4deac3641af" /><Relationship Type="http://schemas.openxmlformats.org/officeDocument/2006/relationships/notesMaster" Target="/ppt/notesMasters/notesMaster1.xml" Id="Rffed633cc4a440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1526dbc24947c0" /><Relationship Type="http://schemas.openxmlformats.org/officeDocument/2006/relationships/notesMaster" Target="/ppt/notesMasters/notesMaster1.xml" Id="Rfe7604909f0f43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120c5e1e3274399" /><Relationship Type="http://schemas.openxmlformats.org/officeDocument/2006/relationships/notesMaster" Target="/ppt/notesMasters/notesMaster1.xml" Id="R3e12d239c7d541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168b5e31d141ed" /><Relationship Type="http://schemas.openxmlformats.org/officeDocument/2006/relationships/notesMaster" Target="/ppt/notesMasters/notesMaster1.xml" Id="R3c740da9f84047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16b705101c64405" /><Relationship Type="http://schemas.openxmlformats.org/officeDocument/2006/relationships/notesMaster" Target="/ppt/notesMasters/notesMaster1.xml" Id="R182c1e850338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图片：本地素材“千里江山图_局部_16.jpg”；来源说明见素材文件夹/来源说明.txt。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生成导入人物插图；不代表真实人物或地点。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图片：本地素材“千里江山图_局部_02.jpg”；来源说明见素材文件夹/来源说明.txt。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图片：本地素材“千里江山图_局部_08.jpg”；来源说明见素材文件夹/来源说明.txt。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图片：本地素材“千里江山图_局部_06.jpg”；来源说明见素材文件夹/来源说明.txt。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图片：Wikimedia Commons “Azurite (GeoDIL number - 762).jpg”，CC0 1.0。</a:t>
            </a:r>
          </a:p>
          <a:p xmlns:a="http://schemas.openxmlformats.org/drawingml/2006/main">
            <a:r>
              <a:t>来源页：https://commons.wikimedia.org/wiki/File:Azurite_(GeoDIL_number_-_762).jpg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图片：Wikimedia Commons “Malachite (GeoDIL number - 2379).jpg”，CC0 1.0。</a:t>
            </a:r>
          </a:p>
          <a:p xmlns:a="http://schemas.openxmlformats.org/drawingml/2006/main">
            <a:r>
              <a:t>来源页：https://commons.wikimedia.org/wiki/File:Malachite_(GeoDIL_number_-_2379).jpg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图片：本地素材“千里江山图_局部_18.jpg”；来源说明见素材文件夹/来源说明.txt。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视频候选：央视《古中国的颜色·青》。播放链接：https://tv.cctv.com/2026/01/30/VIDElnEteWGOHrUcrqY0JMXE260130.shtml</a:t>
            </a:r>
          </a:p>
          <a:p xmlns:a="http://schemas.openxmlformats.org/drawingml/2006/main">
            <a:r>
              <a:t>画面：本地素材“千里江山图_局部_19.jpg”作为视频播放页背景。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图片：本地素材“千里江山图_局部_13.jpg”；来源说明见素材文件夹/来源说明.txt。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图片：本地素材“千里江山图_局部_14.jpg”；来源说明见素材文件夹/来源说明.txt。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图片：本地素材“千里江山图_局部_15.jpg”；来源说明见素材文件夹/来源说明.txt。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图片：本地素材“千里江山图_局部_17.jpg”；来源说明见素材文件夹/来源说明.txt。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图片：本地素材“千里江山图_局部_20.jpg”；来源说明见素材文件夹/来源说明.txt。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音频：古琴《流水》，Wikimedia Commons。播放链接：https://commons.wikimedia.org/wiki/File:Liu_Shui.ogg</a:t>
            </a:r>
          </a:p>
          <a:p xmlns:a="http://schemas.openxmlformats.org/drawingml/2006/main">
            <a:r>
              <a:t>图片：本地素材“千里江山图_局部_21.jpg”；来源说明见素材文件夹/来源说明.txt。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图片：本地素材“千里江山图_局部_21、23、24、25.jpg”；来源说明见素材文件夹/来源说明.txt。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音频：古琴《平沙落雁》，Wikimedia Commons。播放链接：https://commons.wikimedia.org/wiki/File:Pingsha_Luoyan.ogg</a:t>
            </a:r>
          </a:p>
          <a:p xmlns:a="http://schemas.openxmlformats.org/drawingml/2006/main">
            <a:r>
              <a:t>图片：本地素材“千里江山图_局部_22、24.jpg”；来源说明见素材文件夹/来源说明.txt。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图片：本地素材“千里江山图_局部_27.jpg”；来源说明见素材文件夹/来源说明.txt。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图片：Wikimedia Commons “Sanqing Mountain1.jpg”，作者 Huangdan2060，CC0 1.0。</a:t>
            </a:r>
          </a:p>
          <a:p xmlns:a="http://schemas.openxmlformats.org/drawingml/2006/main">
            <a:r>
              <a:t>来源页：https://commons.wikimedia.org/wiki/File:Sanqing_Mountain1.jpg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图片：Wikimedia Commons “Mount Sanqing.JPG”，作者 Zhangzhugang，CC BY-SA 3.0。</a:t>
            </a:r>
          </a:p>
          <a:p xmlns:a="http://schemas.openxmlformats.org/drawingml/2006/main">
            <a:r>
              <a:t>来源页：https://commons.wikimedia.org/wiki/File:Mount_Sanqing.JPG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生成制作过程示意图；不代表真实课堂实拍。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生成制作过程示意图；文字依据用户提供的教师示范流程。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生成制作过程示意图；制作要求依据用户提供的教师示范流程。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生成课堂材料静物图；材料名称依据用户提供的教学内容。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生成光影作品示意图，仅用于说明制作过程，不代表真实学生作品。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5bf76bc4742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fd917a2c9f4c26" /><Relationship Type="http://schemas.openxmlformats.org/officeDocument/2006/relationships/slideLayout" Target="/ppt/slideLayouts/slideLayout1.xml" Id="Rd6f255b573f743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f255b573f743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76c36ad41402a" /><Relationship Type="http://schemas.openxmlformats.org/officeDocument/2006/relationships/image" Target="/ppt/media/image.jpeg" Id="R4e05ef303cee4c16" /><Relationship Type="http://schemas.openxmlformats.org/officeDocument/2006/relationships/notesSlide" Target="/ppt/notesSlides/notesSlide1.xml" Id="Rf5a6307d674a4f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0393ce22c4a0a" /><Relationship Type="http://schemas.openxmlformats.org/officeDocument/2006/relationships/image" Target="/ppt/media/image.png" Id="Re8e70425578f408f" /><Relationship Type="http://schemas.openxmlformats.org/officeDocument/2006/relationships/notesSlide" Target="/ppt/notesSlides/notesSlide2.xml" Id="Rc4b78d4670dc43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8b094ba474b1c" /><Relationship Type="http://schemas.openxmlformats.org/officeDocument/2006/relationships/image" Target="/ppt/media/image2.jpeg" Id="Ra15ec24df6884715" /><Relationship Type="http://schemas.openxmlformats.org/officeDocument/2006/relationships/notesSlide" Target="/ppt/notesSlides/notesSlide3.xml" Id="R6461bd0dd72549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e5a1d68bd4e7f" /><Relationship Type="http://schemas.openxmlformats.org/officeDocument/2006/relationships/image" Target="/ppt/media/image3.jpeg" Id="Rbc5d4c0097114723" /><Relationship Type="http://schemas.openxmlformats.org/officeDocument/2006/relationships/notesSlide" Target="/ppt/notesSlides/notesSlide4.xml" Id="R10570ba8cc3e46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0c3f828324d5a" /><Relationship Type="http://schemas.openxmlformats.org/officeDocument/2006/relationships/image" Target="/ppt/media/image4.jpeg" Id="Rc7be6046ec0c4090" /><Relationship Type="http://schemas.openxmlformats.org/officeDocument/2006/relationships/notesSlide" Target="/ppt/notesSlides/notesSlide5.xml" Id="R08d4f2ece4d34b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482c9abbf4d09" /><Relationship Type="http://schemas.openxmlformats.org/officeDocument/2006/relationships/image" Target="/ppt/media/image5.jpeg" Id="Rf286bd1dd3384aff" /><Relationship Type="http://schemas.openxmlformats.org/officeDocument/2006/relationships/notesSlide" Target="/ppt/notesSlides/notesSlide6.xml" Id="R42e15f4d94f647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f85d7654a4c24" /><Relationship Type="http://schemas.openxmlformats.org/officeDocument/2006/relationships/image" Target="/ppt/media/image6.jpeg" Id="R367042928e764d79" /><Relationship Type="http://schemas.openxmlformats.org/officeDocument/2006/relationships/notesSlide" Target="/ppt/notesSlides/notesSlide7.xml" Id="R1b85b795d1154a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067dd453645fc" /><Relationship Type="http://schemas.openxmlformats.org/officeDocument/2006/relationships/image" Target="/ppt/media/image7.jpeg" Id="R2eeeb6753bd74458" /><Relationship Type="http://schemas.openxmlformats.org/officeDocument/2006/relationships/notesSlide" Target="/ppt/notesSlides/notesSlide8.xml" Id="Rf6c17aaa654345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357994a8346fd" /><Relationship Type="http://schemas.openxmlformats.org/officeDocument/2006/relationships/image" Target="/ppt/media/image8.jpeg" Id="R478056aa6a9140a3" /><Relationship Type="http://schemas.openxmlformats.org/officeDocument/2006/relationships/hyperlink" Target="https://tv.cctv.com/2026/01/30/VIDElnEteWGOHrUcrqY0JMXE260130.shtml" TargetMode="External" Id="R54eff3c67fd14fff" /><Relationship Type="http://schemas.openxmlformats.org/officeDocument/2006/relationships/notesSlide" Target="/ppt/notesSlides/notesSlide9.xml" Id="Re14585b74a0542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c334366f94c83" /><Relationship Type="http://schemas.openxmlformats.org/officeDocument/2006/relationships/image" Target="/ppt/media/image9.jpeg" Id="R3f49dcd6233e42c9" /><Relationship Type="http://schemas.openxmlformats.org/officeDocument/2006/relationships/notesSlide" Target="/ppt/notesSlides/notesSlide10.xml" Id="R59497212035748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e80e859564daa" /><Relationship Type="http://schemas.openxmlformats.org/officeDocument/2006/relationships/image" Target="/ppt/media/image10.jpeg" Id="Rae041c9a78d44ee8" /><Relationship Type="http://schemas.openxmlformats.org/officeDocument/2006/relationships/notesSlide" Target="/ppt/notesSlides/notesSlide11.xml" Id="Rcd63c59bb4e943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e2b37f0344ead" /><Relationship Type="http://schemas.openxmlformats.org/officeDocument/2006/relationships/image" Target="/ppt/media/image11.jpeg" Id="Rc68d547a98fb4028" /><Relationship Type="http://schemas.openxmlformats.org/officeDocument/2006/relationships/notesSlide" Target="/ppt/notesSlides/notesSlide12.xml" Id="R919ba29278fe41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681314ff54374" /><Relationship Type="http://schemas.openxmlformats.org/officeDocument/2006/relationships/image" Target="/ppt/media/image12.jpeg" Id="R584b37a2201e4ba5" /><Relationship Type="http://schemas.openxmlformats.org/officeDocument/2006/relationships/notesSlide" Target="/ppt/notesSlides/notesSlide13.xml" Id="R16d0c7305ab04e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43fb009bc48e2" /><Relationship Type="http://schemas.openxmlformats.org/officeDocument/2006/relationships/image" Target="/ppt/media/image13.jpeg" Id="Ra30877005fbc4fd2" /><Relationship Type="http://schemas.openxmlformats.org/officeDocument/2006/relationships/notesSlide" Target="/ppt/notesSlides/notesSlide14.xml" Id="Rdaf5122811234b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eda945ef44034" /><Relationship Type="http://schemas.openxmlformats.org/officeDocument/2006/relationships/image" Target="/ppt/media/image14.jpeg" Id="R6dced3cb06284731" /><Relationship Type="http://schemas.openxmlformats.org/officeDocument/2006/relationships/hyperlink" Target="https://commons.wikimedia.org/wiki/File:Liu_Shui.ogg" TargetMode="External" Id="R11e9006f71e64779" /><Relationship Type="http://schemas.openxmlformats.org/officeDocument/2006/relationships/notesSlide" Target="/ppt/notesSlides/notesSlide15.xml" Id="R7b2e8bb2814d48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c382aba1241c3" /><Relationship Type="http://schemas.openxmlformats.org/officeDocument/2006/relationships/image" Target="/ppt/media/image15.jpeg" Id="R8980428d7b2a4690" /><Relationship Type="http://schemas.openxmlformats.org/officeDocument/2006/relationships/image" Target="/ppt/media/image16.jpeg" Id="Rbc55625493e64533" /><Relationship Type="http://schemas.openxmlformats.org/officeDocument/2006/relationships/image" Target="/ppt/media/image17.jpeg" Id="Rc5619f6db7de4c88" /><Relationship Type="http://schemas.openxmlformats.org/officeDocument/2006/relationships/image" Target="/ppt/media/image18.jpeg" Id="R7832badfddc3471a" /><Relationship Type="http://schemas.openxmlformats.org/officeDocument/2006/relationships/notesSlide" Target="/ppt/notesSlides/notesSlide16.xml" Id="Rbcb3b29ef45243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9ba01a4aa4601" /><Relationship Type="http://schemas.openxmlformats.org/officeDocument/2006/relationships/image" Target="/ppt/media/image19.jpeg" Id="R89f2ad8e75c4472e" /><Relationship Type="http://schemas.openxmlformats.org/officeDocument/2006/relationships/image" Target="/ppt/media/image20.jpeg" Id="Rd016a52e7bb740db" /><Relationship Type="http://schemas.openxmlformats.org/officeDocument/2006/relationships/hyperlink" Target="https://commons.wikimedia.org/wiki/File:Pingsha_Luoyan.ogg" TargetMode="External" Id="R4d96f1a796b74434" /><Relationship Type="http://schemas.openxmlformats.org/officeDocument/2006/relationships/notesSlide" Target="/ppt/notesSlides/notesSlide17.xml" Id="R6f890330033248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f38b26989455f" /><Relationship Type="http://schemas.openxmlformats.org/officeDocument/2006/relationships/image" Target="/ppt/media/image21.jpeg" Id="Rf3e6edb7eca1472c" /><Relationship Type="http://schemas.openxmlformats.org/officeDocument/2006/relationships/notesSlide" Target="/ppt/notesSlides/notesSlide18.xml" Id="R2687b26e050f43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71a472c304d20" /><Relationship Type="http://schemas.openxmlformats.org/officeDocument/2006/relationships/image" Target="/ppt/media/image22.jpeg" Id="Re0e3c3457c5840ed" /><Relationship Type="http://schemas.openxmlformats.org/officeDocument/2006/relationships/notesSlide" Target="/ppt/notesSlides/notesSlide19.xml" Id="R637004a799654a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25d35f2db4419" /><Relationship Type="http://schemas.openxmlformats.org/officeDocument/2006/relationships/image" Target="/ppt/media/image23.jpeg" Id="R2a7626183d744286" /><Relationship Type="http://schemas.openxmlformats.org/officeDocument/2006/relationships/notesSlide" Target="/ppt/notesSlides/notesSlide20.xml" Id="Ra2fc90dde64841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4242071f447f8" /><Relationship Type="http://schemas.openxmlformats.org/officeDocument/2006/relationships/image" Target="/ppt/media/image2.png" Id="R6835fca57c6d41ea" /><Relationship Type="http://schemas.openxmlformats.org/officeDocument/2006/relationships/notesSlide" Target="/ppt/notesSlides/notesSlide21.xml" Id="Rde2e829d7b0a44f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dac275e824021" /><Relationship Type="http://schemas.openxmlformats.org/officeDocument/2006/relationships/image" Target="/ppt/media/image3.png" Id="Rafb557d7e7664606" /><Relationship Type="http://schemas.openxmlformats.org/officeDocument/2006/relationships/notesSlide" Target="/ppt/notesSlides/notesSlide22.xml" Id="R833961b9ac004a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0f0679c9948d9" /><Relationship Type="http://schemas.openxmlformats.org/officeDocument/2006/relationships/image" Target="/ppt/media/image4.png" Id="Rd5f190d169e14705" /><Relationship Type="http://schemas.openxmlformats.org/officeDocument/2006/relationships/notesSlide" Target="/ppt/notesSlides/notesSlide23.xml" Id="R278c5fb8648c44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09ac68270497f" /><Relationship Type="http://schemas.openxmlformats.org/officeDocument/2006/relationships/image" Target="/ppt/media/image5.png" Id="R4de0b598edf94ec2" /><Relationship Type="http://schemas.openxmlformats.org/officeDocument/2006/relationships/notesSlide" Target="/ppt/notesSlides/notesSlide24.xml" Id="Rd067e203e3b742d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40d9e46254dcd" /><Relationship Type="http://schemas.openxmlformats.org/officeDocument/2006/relationships/image" Target="/ppt/media/image6.png" Id="R39573c04e8754836" /><Relationship Type="http://schemas.openxmlformats.org/officeDocument/2006/relationships/notesSlide" Target="/ppt/notesSlides/notesSlide25.xml" Id="Rc798bf355aa24f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5ef303cee4c16"/>
          <a:srcRect xmlns:a="http://schemas.openxmlformats.org/drawingml/2006/main" l="0" t="26762" r="0" b="26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28E5D-DE8D-4117-9228-AE033E52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17B85-F57F-4AFF-A56B-E1524FC7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F3B"/>
                </a:solidFill>
              </a:defRPr>
            </a:pPr>
            <a:r>
              <a:rPr sz="4050" b="1">
                <a:solidFill>
                  <a:srgbClr val="173F3B"/>
                </a:solidFill>
              </a:rPr>
              <a:t>不一样的</a:t>
            </a:r>
          </a:p>
          <a:p xmlns:a="http://schemas.openxmlformats.org/drawingml/2006/main">
            <a:pPr>
              <a:defRPr sz="4050" b="1">
                <a:solidFill>
                  <a:srgbClr val="173F3B"/>
                </a:solidFill>
              </a:defRPr>
            </a:pPr>
            <a:r>
              <a:rPr sz="4050" b="1">
                <a:solidFill>
                  <a:srgbClr val="173F3B"/>
                </a:solidFill>
              </a:rPr>
              <a:t>千里江山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CC39D-50CA-4E7D-A6C3-B54AA9F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D9D82"/>
                </a:solidFill>
              </a:defRPr>
            </a:pPr>
            <a:r>
              <a:rPr sz="1950">
                <a:solidFill>
                  <a:srgbClr val="6D9D82"/>
                </a:solidFill>
              </a:rPr>
              <a:t>——光影里的三清山</a:t>
            </a:r>
          </a:p>
        </p:txBody>
      </p:sp>
    </p:spTree>
    <p:extLst>
      <p:ext uri="{BB962C8B-B14F-4D97-AF65-F5344CB8AC3E}">
        <p14:creationId xmlns:p14="http://schemas.microsoft.com/office/powerpoint/2010/main" val="1534958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70425578f408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49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ec24df6884715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4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d4c0097114723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88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e6046ec0c4090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3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6bd1dd3384aff"/>
          <a:stretch xmlns:a="http://schemas.openxmlformats.org/drawingml/2006/main"/>
        </p:blipFill>
        <p:spPr>
          <a:xfrm xmlns:a="http://schemas.openxmlformats.org/drawingml/2006/main">
            <a:off x="2908663" y="523875"/>
            <a:ext cx="6374674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77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042928e764d79"/>
          <a:stretch xmlns:a="http://schemas.openxmlformats.org/drawingml/2006/main"/>
        </p:blipFill>
        <p:spPr>
          <a:xfrm xmlns:a="http://schemas.openxmlformats.org/drawingml/2006/main">
            <a:off x="2021610" y="523875"/>
            <a:ext cx="8148780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545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eb6753bd74458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341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6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056aa6a9140a3"/>
          <a:srcRect xmlns:a="http://schemas.openxmlformats.org/drawingml/2006/main" l="0" t="26886" r="0" b="26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5750"/>
            <a:ext cx="11049000" cy="6191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DAACC-B0FE-461F-BAC2-DE91691F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91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DF8"/>
                </a:solidFill>
              </a:defRPr>
            </a:pPr>
            <a:r>
              <a:rPr sz="1350">
                <a:solidFill>
                  <a:srgbClr val="FFFDF8"/>
                </a:solidFill>
                <a:hlinkClick xmlns:r="http://schemas.openxmlformats.org/officeDocument/2006/relationships" r:id="R54eff3c67fd14fff"/>
              </a:rPr>
              <a:t>▶</a:t>
            </a:r>
          </a:p>
        </p:txBody>
      </p:sp>
    </p:spTree>
    <p:extLst>
      <p:ext uri="{BB962C8B-B14F-4D97-AF65-F5344CB8AC3E}">
        <p14:creationId xmlns:p14="http://schemas.microsoft.com/office/powerpoint/2010/main" val="8987272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9dcd6233e42c9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437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41c9a78d44ee8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161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d547a98fb4028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32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b37a2201e4ba5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71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877005fbc4fd2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57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ed3cb06284731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3CB7E-8BC1-418F-8E05-39575A41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91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DF8"/>
                </a:solidFill>
              </a:defRPr>
            </a:pPr>
            <a:r>
              <a:rPr sz="1500">
                <a:solidFill>
                  <a:srgbClr val="FFFDF8"/>
                </a:solidFill>
                <a:hlinkClick xmlns:r="http://schemas.openxmlformats.org/officeDocument/2006/relationships" r:id="R11e9006f71e64779"/>
              </a:rPr>
              <a:t>♪</a:t>
            </a:r>
          </a:p>
        </p:txBody>
      </p:sp>
    </p:spTree>
    <p:extLst>
      <p:ext uri="{BB962C8B-B14F-4D97-AF65-F5344CB8AC3E}">
        <p14:creationId xmlns:p14="http://schemas.microsoft.com/office/powerpoint/2010/main" val="13733501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0428d7b2a4690"/>
          <a:srcRect xmlns:a="http://schemas.openxmlformats.org/drawingml/2006/main" l="23064" t="0" r="23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48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5625493e64533"/>
          <a:srcRect xmlns:a="http://schemas.openxmlformats.org/drawingml/2006/main" l="23064" t="0" r="23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0"/>
            <a:ext cx="3048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19f6db7de4c88"/>
          <a:srcRect xmlns:a="http://schemas.openxmlformats.org/drawingml/2006/main" l="23064" t="0" r="23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3048000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2badfddc3471a"/>
          <a:srcRect xmlns:a="http://schemas.openxmlformats.org/drawingml/2006/main" l="23064" t="0" r="23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13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2ad8e75c4472e"/>
          <a:srcRect xmlns:a="http://schemas.openxmlformats.org/drawingml/2006/main" l="0" t="3594" r="0" b="35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6a52e7bb740db"/>
          <a:srcRect xmlns:a="http://schemas.openxmlformats.org/drawingml/2006/main" l="0" t="3594" r="0" b="35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D7990-9391-4323-988E-7F33D664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91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DF8"/>
                </a:solidFill>
              </a:defRPr>
            </a:pPr>
            <a:r>
              <a:rPr sz="1500">
                <a:solidFill>
                  <a:srgbClr val="FFFDF8"/>
                </a:solidFill>
                <a:hlinkClick xmlns:r="http://schemas.openxmlformats.org/officeDocument/2006/relationships" r:id="R4d96f1a796b74434"/>
              </a:rPr>
              <a:t>♪</a:t>
            </a:r>
          </a:p>
        </p:txBody>
      </p:sp>
    </p:spTree>
    <p:extLst>
      <p:ext uri="{BB962C8B-B14F-4D97-AF65-F5344CB8AC3E}">
        <p14:creationId xmlns:p14="http://schemas.microsoft.com/office/powerpoint/2010/main" val="3838488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6edb7eca1472c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416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3c3457c5840ed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852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626183d744286"/>
          <a:srcRect xmlns:a="http://schemas.openxmlformats.org/drawingml/2006/main" l="23444" t="0" r="23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700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5fca57c6d41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054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557d7e7664606"/>
          <a:srcRect xmlns:a="http://schemas.openxmlformats.org/drawingml/2006/main" l="12480" t="0" r="124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" y="5715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4F90D-2D0D-431D-A392-EFF4DF3B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38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F3B"/>
                </a:solidFill>
              </a:defRPr>
            </a:pPr>
            <a:r>
              <a:rPr sz="2250" b="1">
                <a:solidFill>
                  <a:srgbClr val="173F3B"/>
                </a:solidFill>
              </a:rPr>
              <a:t>选景</a:t>
            </a:r>
          </a:p>
          <a:p xmlns:a="http://schemas.openxmlformats.org/drawingml/2006/main">
            <a:pPr>
              <a:defRPr sz="2250" b="1">
                <a:solidFill>
                  <a:srgbClr val="173F3B"/>
                </a:solidFill>
              </a:defRPr>
            </a:pPr>
            <a:r>
              <a:rPr sz="2250" b="1">
                <a:solidFill>
                  <a:srgbClr val="173F3B"/>
                </a:solidFill>
              </a:rPr>
              <a:t>画轮廓</a:t>
            </a:r>
          </a:p>
          <a:p xmlns:a="http://schemas.openxmlformats.org/drawingml/2006/main">
            <a:pPr>
              <a:defRPr sz="2250" b="1">
                <a:solidFill>
                  <a:srgbClr val="173F3B"/>
                </a:solidFill>
              </a:defRPr>
            </a:pPr>
            <a:r>
              <a:rPr sz="2250" b="1">
                <a:solidFill>
                  <a:srgbClr val="173F3B"/>
                </a:solidFill>
              </a:rPr>
              <a:t>加装饰</a:t>
            </a:r>
          </a:p>
          <a:p xmlns:a="http://schemas.openxmlformats.org/drawingml/2006/main">
            <a:pPr>
              <a:defRPr sz="2250" b="1">
                <a:solidFill>
                  <a:srgbClr val="173F3B"/>
                </a:solidFill>
              </a:defRPr>
            </a:pPr>
            <a:r>
              <a:rPr sz="2250" b="1">
                <a:solidFill>
                  <a:srgbClr val="173F3B"/>
                </a:solidFill>
              </a:rPr>
              <a:t>剪下来</a:t>
            </a:r>
          </a:p>
        </p:txBody>
      </p:sp>
    </p:spTree>
    <p:extLst>
      <p:ext uri="{BB962C8B-B14F-4D97-AF65-F5344CB8AC3E}">
        <p14:creationId xmlns:p14="http://schemas.microsoft.com/office/powerpoint/2010/main" val="17494371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190d169e14705"/>
          <a:srcRect xmlns:a="http://schemas.openxmlformats.org/drawingml/2006/main" l="8996" t="0" r="89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666750"/>
            <a:ext cx="4857750" cy="3333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FCD10-C2FE-441A-80D5-D503851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F3B"/>
                </a:solidFill>
              </a:defRPr>
            </a:pPr>
            <a:r>
              <a:rPr sz="2475" b="1">
                <a:solidFill>
                  <a:srgbClr val="173F3B"/>
                </a:solidFill>
              </a:rPr>
              <a:t>制作要求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D3753-5E4C-4EBF-AB75-3C316A00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F3B"/>
                </a:solidFill>
              </a:defRPr>
            </a:pPr>
            <a:r>
              <a:rPr sz="1725">
                <a:solidFill>
                  <a:srgbClr val="173F3B"/>
                </a:solidFill>
              </a:rPr>
              <a:t>主要山峰要画大</a:t>
            </a:r>
          </a:p>
          <a:p xmlns:a="http://schemas.openxmlformats.org/drawingml/2006/main">
            <a:pPr>
              <a:defRPr sz="1725">
                <a:solidFill>
                  <a:srgbClr val="173F3B"/>
                </a:solidFill>
              </a:defRPr>
            </a:pPr>
            <a:r>
              <a:rPr sz="1725">
                <a:solidFill>
                  <a:srgbClr val="173F3B"/>
                </a:solidFill>
              </a:rPr>
              <a:t>山峰要有高低和远近</a:t>
            </a:r>
          </a:p>
          <a:p xmlns:a="http://schemas.openxmlformats.org/drawingml/2006/main">
            <a:pPr>
              <a:defRPr sz="1725">
                <a:solidFill>
                  <a:srgbClr val="173F3B"/>
                </a:solidFill>
              </a:defRPr>
            </a:pPr>
            <a:r>
              <a:rPr sz="1725">
                <a:solidFill>
                  <a:srgbClr val="173F3B"/>
                </a:solidFill>
              </a:rPr>
              <a:t>高大的山放后面</a:t>
            </a:r>
          </a:p>
          <a:p xmlns:a="http://schemas.openxmlformats.org/drawingml/2006/main">
            <a:pPr>
              <a:defRPr sz="1725">
                <a:solidFill>
                  <a:srgbClr val="173F3B"/>
                </a:solidFill>
              </a:defRPr>
            </a:pPr>
            <a:r>
              <a:rPr sz="1725">
                <a:solidFill>
                  <a:srgbClr val="173F3B"/>
                </a:solidFill>
              </a:rPr>
              <a:t>矮小的山放前面</a:t>
            </a:r>
          </a:p>
          <a:p xmlns:a="http://schemas.openxmlformats.org/drawingml/2006/main">
            <a:pPr>
              <a:defRPr sz="1725">
                <a:solidFill>
                  <a:srgbClr val="173F3B"/>
                </a:solidFill>
              </a:defRPr>
            </a:pPr>
            <a:r>
              <a:rPr sz="1725">
                <a:solidFill>
                  <a:srgbClr val="173F3B"/>
                </a:solidFill>
              </a:rPr>
              <a:t>山的底部保持平整</a:t>
            </a:r>
          </a:p>
          <a:p xmlns:a="http://schemas.openxmlformats.org/drawingml/2006/main">
            <a:pPr>
              <a:defRPr sz="1725">
                <a:solidFill>
                  <a:srgbClr val="173F3B"/>
                </a:solidFill>
              </a:defRPr>
            </a:pPr>
            <a:r>
              <a:rPr sz="1725">
                <a:solidFill>
                  <a:srgbClr val="173F3B"/>
                </a:solidFill>
              </a:rPr>
              <a:t>使用剪刀时注意安全</a:t>
            </a:r>
          </a:p>
        </p:txBody>
      </p:sp>
    </p:spTree>
    <p:extLst>
      <p:ext uri="{BB962C8B-B14F-4D97-AF65-F5344CB8AC3E}">
        <p14:creationId xmlns:p14="http://schemas.microsoft.com/office/powerpoint/2010/main" val="1661218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0b598edf94ec2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9BC6D-13D1-42B7-8C47-D62B6D3B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3F3B"/>
                </a:solidFill>
              </a:defRPr>
            </a:pPr>
            <a:r>
              <a:rPr sz="1500">
                <a:solidFill>
                  <a:srgbClr val="173F3B"/>
                </a:solidFill>
              </a:rPr>
              <a:t>彩色玻璃纸  ·  丙烯马克笔  ·  剪刀  ·  KT板  ·  灯  ·  白布</a:t>
            </a:r>
          </a:p>
        </p:txBody>
      </p:sp>
    </p:spTree>
    <p:extLst>
      <p:ext uri="{BB962C8B-B14F-4D97-AF65-F5344CB8AC3E}">
        <p14:creationId xmlns:p14="http://schemas.microsoft.com/office/powerpoint/2010/main" val="17245181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73c04e8754836"/>
          <a:srcRect xmlns:a="http://schemas.openxmlformats.org/drawingml/2006/main" l="8333" t="0" r="8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81000"/>
            <a:ext cx="7143750" cy="5715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60B3D-0750-4C8E-A059-CA91D5A3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F3B"/>
                </a:solidFill>
              </a:defRPr>
            </a:pPr>
            <a:r>
              <a:rPr sz="2400" b="1">
                <a:solidFill>
                  <a:srgbClr val="173F3B"/>
                </a:solidFill>
              </a:rPr>
              <a:t>小组制作</a:t>
            </a:r>
          </a:p>
        </p:txBody>
      </p:sp>
    </p:spTree>
    <p:extLst>
      <p:ext uri="{BB962C8B-B14F-4D97-AF65-F5344CB8AC3E}">
        <p14:creationId xmlns:p14="http://schemas.microsoft.com/office/powerpoint/2010/main" val="897565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2026-08-31T01:45:54.4810000Z</dcterms:created>
  <dcterms:modified xsi:type="dcterms:W3CDTF">2026-08-31T01:45:54.4810000Z</dcterms:modified>
</coreProperties>
</file>